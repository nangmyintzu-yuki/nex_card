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3D320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71600"/>
            <a:ext cx="1828800" cy="64008"/>
          </a:xfrm>
          <a:prstGeom prst="rect">
            <a:avLst>
              <a:gd name="adj" fmla="val 71429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 CARD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Guide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 to create and share your digital card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NEX CARD?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7680960" cy="1280160"/>
          </a:xfrm>
          <a:prstGeom prst="rect">
            <a:avLst>
              <a:gd name="adj" fmla="val 3571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116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Create a beautiful online card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Get a link like nexcard.io/your-name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  Share via QR code, NFC tap, or just send the link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coding needed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Free to start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Choose from 20 beautiful templates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709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Works on any phone, tablet, or computer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Account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011680"/>
            <a:ext cx="2468880" cy="1828800"/>
          </a:xfrm>
          <a:prstGeom prst="rect">
            <a:avLst>
              <a:gd name="adj" fmla="val 2500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214884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nexcard.io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click "Get Started"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2011680"/>
            <a:ext cx="2468880" cy="1828800"/>
          </a:xfrm>
          <a:prstGeom prst="rect">
            <a:avLst>
              <a:gd name="adj" fmla="val 2500"/>
            </a:avLst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2148840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name,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password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2468880" cy="1828800"/>
          </a:xfrm>
          <a:prstGeom prst="rect">
            <a:avLst>
              <a:gd name="adj" fmla="val 2500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0" y="21488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email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click the link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it! You're now logged in and ready to go.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8229600" cy="2926080"/>
          </a:xfrm>
          <a:prstGeom prst="rect">
            <a:avLst>
              <a:gd name="adj" fmla="val 1563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8229600" cy="411480"/>
          </a:xfrm>
          <a:prstGeom prst="rect">
            <a:avLst>
              <a:gd name="adj" fmla="val 11111"/>
            </a:avLst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470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1783080" cy="2103120"/>
          </a:xfrm>
          <a:prstGeom prst="rect">
            <a:avLst>
              <a:gd name="adj" fmla="val 2564"/>
            </a:avLst>
          </a:prstGeom>
          <a:solidFill>
            <a:srgbClr val="0F0F0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377440"/>
            <a:ext cx="178308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606040"/>
            <a:ext cx="1417320" cy="457200"/>
          </a:xfrm>
          <a:prstGeom prst="rect">
            <a:avLst>
              <a:gd name="adj" fmla="val 10000"/>
            </a:avLst>
          </a:prstGeom>
          <a:solidFill>
            <a:srgbClr val="44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54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Name Card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✓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731520" y="36576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245 views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606040" y="2377440"/>
            <a:ext cx="1783080" cy="2103120"/>
          </a:xfrm>
          <a:prstGeom prst="rect">
            <a:avLst>
              <a:gd name="adj" fmla="val 2564"/>
            </a:avLst>
          </a:prstGeom>
          <a:solidFill>
            <a:srgbClr val="0F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6040" y="2377440"/>
            <a:ext cx="1783080" cy="54864"/>
          </a:xfrm>
          <a:prstGeom prst="rect">
            <a:avLst>
              <a:gd name="adj" fmla="val 83333"/>
            </a:avLst>
          </a:prstGeom>
          <a:solidFill>
            <a:srgbClr val="22C55E"/>
          </a:solidFill>
          <a:ln/>
        </p:spPr>
      </p:sp>
      <p:sp>
        <p:nvSpPr>
          <p:cNvPr id="16" name="Shape 14"/>
          <p:cNvSpPr/>
          <p:nvPr/>
        </p:nvSpPr>
        <p:spPr>
          <a:xfrm>
            <a:off x="2788920" y="2606040"/>
            <a:ext cx="1417320" cy="457200"/>
          </a:xfrm>
          <a:prstGeom prst="rect">
            <a:avLst>
              <a:gd name="adj" fmla="val 10000"/>
            </a:avLst>
          </a:prstGeom>
          <a:solidFill>
            <a:srgbClr val="44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2697480" y="3154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Portfolio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97480" y="3429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697480" y="36576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views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0" y="2377440"/>
            <a:ext cx="1783080" cy="2103120"/>
          </a:xfrm>
          <a:prstGeom prst="rect">
            <a:avLst>
              <a:gd name="adj" fmla="val 2564"/>
            </a:avLst>
          </a:prstGeom>
          <a:solidFill>
            <a:srgbClr val="0F0F0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2377440"/>
            <a:ext cx="1783080" cy="54864"/>
          </a:xfrm>
          <a:prstGeom prst="rect">
            <a:avLst>
              <a:gd name="adj" fmla="val 83333"/>
            </a:avLst>
          </a:pr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606040"/>
            <a:ext cx="1417320" cy="457200"/>
          </a:xfrm>
          <a:prstGeom prst="rect">
            <a:avLst>
              <a:gd name="adj" fmla="val 10000"/>
            </a:avLst>
          </a:prstGeom>
          <a:solidFill>
            <a:srgbClr val="44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3154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Page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3440" y="3429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✓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63440" y="36576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1,203 views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537960" y="2377440"/>
            <a:ext cx="1783080" cy="2103120"/>
          </a:xfrm>
          <a:prstGeom prst="rect">
            <a:avLst>
              <a:gd name="adj" fmla="val 2564"/>
            </a:avLst>
          </a:prstGeom>
          <a:solidFill>
            <a:srgbClr val="0F0F0F"/>
          </a:solidFill>
          <a:ln/>
        </p:spPr>
      </p:sp>
      <p:sp>
        <p:nvSpPr>
          <p:cNvPr id="27" name="Shape 25"/>
          <p:cNvSpPr/>
          <p:nvPr/>
        </p:nvSpPr>
        <p:spPr>
          <a:xfrm>
            <a:off x="6537960" y="2377440"/>
            <a:ext cx="1783080" cy="54864"/>
          </a:xfrm>
          <a:prstGeom prst="rect">
            <a:avLst>
              <a:gd name="adj" fmla="val 83333"/>
            </a:avLst>
          </a:prstGeom>
          <a:solidFill>
            <a:srgbClr val="EC4899"/>
          </a:solidFill>
          <a:ln/>
        </p:spPr>
      </p:sp>
      <p:sp>
        <p:nvSpPr>
          <p:cNvPr id="28" name="Shape 26"/>
          <p:cNvSpPr/>
          <p:nvPr/>
        </p:nvSpPr>
        <p:spPr>
          <a:xfrm>
            <a:off x="6720840" y="2606040"/>
            <a:ext cx="1417320" cy="457200"/>
          </a:xfrm>
          <a:prstGeom prst="rect">
            <a:avLst>
              <a:gd name="adj" fmla="val 10000"/>
            </a:avLst>
          </a:prstGeom>
          <a:solidFill>
            <a:srgbClr val="44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31546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 Invite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29400" y="3429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629400" y="36576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views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First 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1965960" cy="2560320"/>
          </a:xfrm>
          <a:prstGeom prst="rect">
            <a:avLst>
              <a:gd name="adj" fmla="val 2326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920240"/>
            <a:ext cx="1965960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207008" y="260604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Category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Card, Portfolio,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Business, or Wedding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1920240"/>
            <a:ext cx="1965960" cy="2560320"/>
          </a:xfrm>
          <a:prstGeom prst="rect">
            <a:avLst>
              <a:gd name="adj" fmla="val 2326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6040" y="1920240"/>
            <a:ext cx="1965960" cy="54864"/>
          </a:xfrm>
          <a:prstGeom prst="rect">
            <a:avLst>
              <a:gd name="adj" fmla="val 83333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355848" y="260604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335584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9748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Template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356616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beautiful designs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choose from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1920240"/>
            <a:ext cx="1965960" cy="2560320"/>
          </a:xfrm>
          <a:prstGeom prst="rect">
            <a:avLst>
              <a:gd name="adj" fmla="val 2326"/>
            </a:avLst>
          </a:pr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920240"/>
            <a:ext cx="1965960" cy="54864"/>
          </a:xfrm>
          <a:prstGeom prst="rect">
            <a:avLst>
              <a:gd name="adj" fmla="val 83333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504688" y="26060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50468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Details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56616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Name, photo, links,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info about you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1920240"/>
            <a:ext cx="1965960" cy="2560320"/>
          </a:xfrm>
          <a:prstGeom prst="rect">
            <a:avLst>
              <a:gd name="adj" fmla="val 2326"/>
            </a:avLst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6903720" y="1920240"/>
            <a:ext cx="1965960" cy="54864"/>
          </a:xfrm>
          <a:prstGeom prst="rect">
            <a:avLst>
              <a:gd name="adj" fmla="val 83333"/>
            </a:avLst>
          </a:prstGeom>
          <a:solidFill>
            <a:srgbClr val="EC4899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205740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7653528" y="2606040"/>
            <a:ext cx="457200" cy="4572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30" name="Text 28"/>
          <p:cNvSpPr/>
          <p:nvPr/>
        </p:nvSpPr>
        <p:spPr>
          <a:xfrm>
            <a:off x="7653528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99516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&amp; Share!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95160" y="356616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 and share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world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 Your 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931920" cy="2926080"/>
          </a:xfrm>
          <a:prstGeom prst="rect">
            <a:avLst>
              <a:gd name="adj" fmla="val 1563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0"/>
            <a:ext cx="3931920" cy="365760"/>
          </a:xfrm>
          <a:prstGeom prst="rect">
            <a:avLst>
              <a:gd name="adj" fmla="val 12500"/>
            </a:avLst>
          </a:prstGeom>
          <a:solidFill>
            <a:srgbClr val="44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470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Edit Profile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Name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3474720" cy="128016"/>
          </a:xfrm>
          <a:prstGeom prst="rect">
            <a:avLst>
              <a:gd name="adj" fmla="val 35714"/>
            </a:avLst>
          </a:prstGeom>
          <a:solidFill>
            <a:srgbClr val="0F0F0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1576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" y="2944368"/>
            <a:ext cx="3474720" cy="128016"/>
          </a:xfrm>
          <a:prstGeom prst="rect">
            <a:avLst>
              <a:gd name="adj" fmla="val 35714"/>
            </a:avLst>
          </a:prstGeom>
          <a:solidFill>
            <a:srgbClr val="0F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98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3328416"/>
            <a:ext cx="3474720" cy="128016"/>
          </a:xfrm>
          <a:prstGeom prst="rect">
            <a:avLst>
              <a:gd name="adj" fmla="val 35714"/>
            </a:avLst>
          </a:prstGeom>
          <a:solidFill>
            <a:srgbClr val="0F0F0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838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3474720" cy="128016"/>
          </a:xfrm>
          <a:prstGeom prst="rect">
            <a:avLst>
              <a:gd name="adj" fmla="val 35714"/>
            </a:avLst>
          </a:prstGeom>
          <a:solidFill>
            <a:srgbClr val="0F0F0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8679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4096512"/>
            <a:ext cx="3474720" cy="128016"/>
          </a:xfrm>
          <a:prstGeom prst="rect">
            <a:avLst>
              <a:gd name="adj" fmla="val 35714"/>
            </a:avLst>
          </a:prstGeom>
          <a:solidFill>
            <a:srgbClr val="0F0F0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51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3474720" cy="128016"/>
          </a:xfrm>
          <a:prstGeom prst="rect">
            <a:avLst>
              <a:gd name="adj" fmla="val 35714"/>
            </a:avLst>
          </a:prstGeom>
          <a:solidFill>
            <a:srgbClr val="0F0F0F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add: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name, title &amp; company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6700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2670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photo (drag &amp; drop)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05409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0540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accent color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43814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34381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Phone, email, address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8221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38221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links (LinkedIn, Instagram...)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4206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Bio, tagline &amp; quote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45902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🔘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12080" y="45902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Call-to-action button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4251960"/>
            <a:ext cx="3931920" cy="411480"/>
          </a:xfrm>
          <a:prstGeom prst="rect">
            <a:avLst>
              <a:gd name="adj" fmla="val 11111"/>
            </a:avLst>
          </a:prstGeom>
          <a:solidFill>
            <a:srgbClr val="3D3200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4251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Changes save automatically — you can preview in real time!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Template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templates across 4 categories — you can switch anytime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14884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2148840"/>
            <a:ext cx="749808" cy="54864"/>
          </a:xfrm>
          <a:prstGeom prst="rect">
            <a:avLst>
              <a:gd name="adj" fmla="val 83333"/>
            </a:avLst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374904" y="225856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9" name="Shape 7"/>
          <p:cNvSpPr/>
          <p:nvPr/>
        </p:nvSpPr>
        <p:spPr>
          <a:xfrm>
            <a:off x="374904" y="2258568"/>
            <a:ext cx="548640" cy="109728"/>
          </a:xfrm>
          <a:prstGeom prst="rect">
            <a:avLst>
              <a:gd name="adj" fmla="val 41667"/>
            </a:avLst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320" y="313639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1133856" y="214884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3856" y="2148840"/>
            <a:ext cx="749808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4440" y="225856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" y="2258568"/>
            <a:ext cx="548640" cy="109728"/>
          </a:xfrm>
          <a:prstGeom prst="rect">
            <a:avLst>
              <a:gd name="adj" fmla="val 41667"/>
            </a:avLst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1133856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133856" y="313639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</a:t>
            </a:r>
            <a:endParaRPr lang="en-US" sz="550" dirty="0"/>
          </a:p>
        </p:txBody>
      </p:sp>
      <p:sp>
        <p:nvSpPr>
          <p:cNvPr id="18" name="Shape 16"/>
          <p:cNvSpPr/>
          <p:nvPr/>
        </p:nvSpPr>
        <p:spPr>
          <a:xfrm>
            <a:off x="1993392" y="214884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1993392" y="2148840"/>
            <a:ext cx="749808" cy="54864"/>
          </a:xfrm>
          <a:prstGeom prst="rect">
            <a:avLst>
              <a:gd name="adj" fmla="val 83333"/>
            </a:avLst>
          </a:prstGeom>
          <a:solidFill>
            <a:srgbClr val="EC4899"/>
          </a:solidFill>
          <a:ln/>
        </p:spPr>
      </p:sp>
      <p:sp>
        <p:nvSpPr>
          <p:cNvPr id="20" name="Shape 18"/>
          <p:cNvSpPr/>
          <p:nvPr/>
        </p:nvSpPr>
        <p:spPr>
          <a:xfrm>
            <a:off x="2093976" y="225856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93976" y="2258568"/>
            <a:ext cx="548640" cy="109728"/>
          </a:xfrm>
          <a:prstGeom prst="rect">
            <a:avLst>
              <a:gd name="adj" fmla="val 41667"/>
            </a:avLst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1993392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993392" y="313639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2852928" y="214884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2852928" y="2148840"/>
            <a:ext cx="749808" cy="54864"/>
          </a:xfrm>
          <a:prstGeom prst="rect">
            <a:avLst>
              <a:gd name="adj" fmla="val 83333"/>
            </a:avLst>
          </a:prstGeom>
          <a:solidFill>
            <a:srgbClr val="EF4444"/>
          </a:solidFill>
          <a:ln/>
        </p:spPr>
      </p:sp>
      <p:sp>
        <p:nvSpPr>
          <p:cNvPr id="26" name="Shape 24"/>
          <p:cNvSpPr/>
          <p:nvPr/>
        </p:nvSpPr>
        <p:spPr>
          <a:xfrm>
            <a:off x="2953512" y="225856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27" name="Shape 25"/>
          <p:cNvSpPr/>
          <p:nvPr/>
        </p:nvSpPr>
        <p:spPr>
          <a:xfrm>
            <a:off x="2953512" y="2258568"/>
            <a:ext cx="548640" cy="109728"/>
          </a:xfrm>
          <a:prstGeom prst="rect">
            <a:avLst>
              <a:gd name="adj" fmla="val 41667"/>
            </a:avLst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2852928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852928" y="313639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3712464" y="214884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3712464" y="2148840"/>
            <a:ext cx="749808" cy="54864"/>
          </a:xfrm>
          <a:prstGeom prst="rect">
            <a:avLst>
              <a:gd name="adj" fmla="val 83333"/>
            </a:avLst>
          </a:prstGeom>
          <a:solidFill>
            <a:srgbClr val="BBBBBB"/>
          </a:solidFill>
          <a:ln/>
        </p:spPr>
      </p:sp>
      <p:sp>
        <p:nvSpPr>
          <p:cNvPr id="32" name="Shape 30"/>
          <p:cNvSpPr/>
          <p:nvPr/>
        </p:nvSpPr>
        <p:spPr>
          <a:xfrm>
            <a:off x="3813048" y="225856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33" name="Shape 31"/>
          <p:cNvSpPr/>
          <p:nvPr/>
        </p:nvSpPr>
        <p:spPr>
          <a:xfrm>
            <a:off x="3813048" y="2258568"/>
            <a:ext cx="548640" cy="109728"/>
          </a:xfrm>
          <a:prstGeom prst="rect">
            <a:avLst>
              <a:gd name="adj" fmla="val 41667"/>
            </a:avLst>
          </a:prstGeom>
          <a:solidFill>
            <a:srgbClr val="BBBBBB"/>
          </a:solidFill>
          <a:ln/>
        </p:spPr>
      </p:sp>
      <p:sp>
        <p:nvSpPr>
          <p:cNvPr id="34" name="Text 32"/>
          <p:cNvSpPr/>
          <p:nvPr/>
        </p:nvSpPr>
        <p:spPr>
          <a:xfrm>
            <a:off x="3712464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Titanium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3712464" y="313639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Card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4572000" y="214884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2148840"/>
            <a:ext cx="749808" cy="54864"/>
          </a:xfrm>
          <a:prstGeom prst="rect">
            <a:avLst>
              <a:gd name="adj" fmla="val 83333"/>
            </a:avLst>
          </a:prstGeom>
          <a:solidFill>
            <a:srgbClr val="3B82F6"/>
          </a:solidFill>
          <a:ln/>
        </p:spPr>
      </p:sp>
      <p:sp>
        <p:nvSpPr>
          <p:cNvPr id="38" name="Shape 36"/>
          <p:cNvSpPr/>
          <p:nvPr/>
        </p:nvSpPr>
        <p:spPr>
          <a:xfrm>
            <a:off x="4672584" y="225856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39" name="Shape 37"/>
          <p:cNvSpPr/>
          <p:nvPr/>
        </p:nvSpPr>
        <p:spPr>
          <a:xfrm>
            <a:off x="4672584" y="2258568"/>
            <a:ext cx="548640" cy="109728"/>
          </a:xfrm>
          <a:prstGeom prst="rect">
            <a:avLst>
              <a:gd name="adj" fmla="val 41667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4572000" y="313639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550" dirty="0"/>
          </a:p>
        </p:txBody>
      </p:sp>
      <p:sp>
        <p:nvSpPr>
          <p:cNvPr id="42" name="Shape 40"/>
          <p:cNvSpPr/>
          <p:nvPr/>
        </p:nvSpPr>
        <p:spPr>
          <a:xfrm>
            <a:off x="5431536" y="214884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43" name="Shape 41"/>
          <p:cNvSpPr/>
          <p:nvPr/>
        </p:nvSpPr>
        <p:spPr>
          <a:xfrm>
            <a:off x="5431536" y="2148840"/>
            <a:ext cx="749808" cy="54864"/>
          </a:xfrm>
          <a:prstGeom prst="rect">
            <a:avLst>
              <a:gd name="adj" fmla="val 83333"/>
            </a:avLst>
          </a:prstGeom>
          <a:solidFill>
            <a:srgbClr val="EC4899"/>
          </a:solidFill>
          <a:ln/>
        </p:spPr>
      </p:sp>
      <p:sp>
        <p:nvSpPr>
          <p:cNvPr id="44" name="Shape 42"/>
          <p:cNvSpPr/>
          <p:nvPr/>
        </p:nvSpPr>
        <p:spPr>
          <a:xfrm>
            <a:off x="5532120" y="225856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45" name="Shape 43"/>
          <p:cNvSpPr/>
          <p:nvPr/>
        </p:nvSpPr>
        <p:spPr>
          <a:xfrm>
            <a:off x="5532120" y="2258568"/>
            <a:ext cx="548640" cy="109728"/>
          </a:xfrm>
          <a:prstGeom prst="rect">
            <a:avLst>
              <a:gd name="adj" fmla="val 41667"/>
            </a:avLst>
          </a:prstGeom>
          <a:solidFill>
            <a:srgbClr val="EC4899"/>
          </a:solidFill>
          <a:ln/>
        </p:spPr>
      </p:sp>
      <p:sp>
        <p:nvSpPr>
          <p:cNvPr id="46" name="Text 44"/>
          <p:cNvSpPr/>
          <p:nvPr/>
        </p:nvSpPr>
        <p:spPr>
          <a:xfrm>
            <a:off x="5431536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5431536" y="313639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6291072" y="214884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49" name="Shape 47"/>
          <p:cNvSpPr/>
          <p:nvPr/>
        </p:nvSpPr>
        <p:spPr>
          <a:xfrm>
            <a:off x="6291072" y="2148840"/>
            <a:ext cx="749808" cy="54864"/>
          </a:xfrm>
          <a:prstGeom prst="rect">
            <a:avLst>
              <a:gd name="adj" fmla="val 83333"/>
            </a:avLst>
          </a:prstGeom>
          <a:solidFill>
            <a:srgbClr val="F97316"/>
          </a:solidFill>
          <a:ln/>
        </p:spPr>
      </p:sp>
      <p:sp>
        <p:nvSpPr>
          <p:cNvPr id="50" name="Shape 48"/>
          <p:cNvSpPr/>
          <p:nvPr/>
        </p:nvSpPr>
        <p:spPr>
          <a:xfrm>
            <a:off x="6391656" y="225856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51" name="Shape 49"/>
          <p:cNvSpPr/>
          <p:nvPr/>
        </p:nvSpPr>
        <p:spPr>
          <a:xfrm>
            <a:off x="6391656" y="2258568"/>
            <a:ext cx="548640" cy="109728"/>
          </a:xfrm>
          <a:prstGeom prst="rect">
            <a:avLst>
              <a:gd name="adj" fmla="val 41667"/>
            </a:avLst>
          </a:prstGeom>
          <a:solidFill>
            <a:srgbClr val="F97316"/>
          </a:solidFill>
          <a:ln/>
        </p:spPr>
      </p:sp>
      <p:sp>
        <p:nvSpPr>
          <p:cNvPr id="52" name="Text 50"/>
          <p:cNvSpPr/>
          <p:nvPr/>
        </p:nvSpPr>
        <p:spPr>
          <a:xfrm>
            <a:off x="6291072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291072" y="313639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550" dirty="0"/>
          </a:p>
        </p:txBody>
      </p:sp>
      <p:sp>
        <p:nvSpPr>
          <p:cNvPr id="54" name="Shape 52"/>
          <p:cNvSpPr/>
          <p:nvPr/>
        </p:nvSpPr>
        <p:spPr>
          <a:xfrm>
            <a:off x="7150608" y="214884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55" name="Shape 53"/>
          <p:cNvSpPr/>
          <p:nvPr/>
        </p:nvSpPr>
        <p:spPr>
          <a:xfrm>
            <a:off x="7150608" y="2148840"/>
            <a:ext cx="749808" cy="54864"/>
          </a:xfrm>
          <a:prstGeom prst="rect">
            <a:avLst>
              <a:gd name="adj" fmla="val 83333"/>
            </a:avLst>
          </a:prstGeom>
          <a:solidFill>
            <a:srgbClr val="14B8A6"/>
          </a:solidFill>
          <a:ln/>
        </p:spPr>
      </p:sp>
      <p:sp>
        <p:nvSpPr>
          <p:cNvPr id="56" name="Shape 54"/>
          <p:cNvSpPr/>
          <p:nvPr/>
        </p:nvSpPr>
        <p:spPr>
          <a:xfrm>
            <a:off x="7251192" y="225856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57" name="Shape 55"/>
          <p:cNvSpPr/>
          <p:nvPr/>
        </p:nvSpPr>
        <p:spPr>
          <a:xfrm>
            <a:off x="7251192" y="2258568"/>
            <a:ext cx="548640" cy="109728"/>
          </a:xfrm>
          <a:prstGeom prst="rect">
            <a:avLst>
              <a:gd name="adj" fmla="val 41667"/>
            </a:avLst>
          </a:prstGeom>
          <a:solidFill>
            <a:srgbClr val="14B8A6"/>
          </a:solidFill>
          <a:ln/>
        </p:spPr>
      </p:sp>
      <p:sp>
        <p:nvSpPr>
          <p:cNvPr id="58" name="Text 56"/>
          <p:cNvSpPr/>
          <p:nvPr/>
        </p:nvSpPr>
        <p:spPr>
          <a:xfrm>
            <a:off x="7150608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7150608" y="313639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550" dirty="0"/>
          </a:p>
        </p:txBody>
      </p:sp>
      <p:sp>
        <p:nvSpPr>
          <p:cNvPr id="60" name="Shape 58"/>
          <p:cNvSpPr/>
          <p:nvPr/>
        </p:nvSpPr>
        <p:spPr>
          <a:xfrm>
            <a:off x="8010144" y="214884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61" name="Shape 59"/>
          <p:cNvSpPr/>
          <p:nvPr/>
        </p:nvSpPr>
        <p:spPr>
          <a:xfrm>
            <a:off x="8010144" y="2148840"/>
            <a:ext cx="749808" cy="54864"/>
          </a:xfrm>
          <a:prstGeom prst="rect">
            <a:avLst>
              <a:gd name="adj" fmla="val 83333"/>
            </a:avLst>
          </a:prstGeom>
          <a:solidFill>
            <a:srgbClr val="2D6EB5"/>
          </a:solidFill>
          <a:ln/>
        </p:spPr>
      </p:sp>
      <p:sp>
        <p:nvSpPr>
          <p:cNvPr id="62" name="Shape 60"/>
          <p:cNvSpPr/>
          <p:nvPr/>
        </p:nvSpPr>
        <p:spPr>
          <a:xfrm>
            <a:off x="8110728" y="225856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63" name="Shape 61"/>
          <p:cNvSpPr/>
          <p:nvPr/>
        </p:nvSpPr>
        <p:spPr>
          <a:xfrm>
            <a:off x="8110728" y="2258568"/>
            <a:ext cx="548640" cy="109728"/>
          </a:xfrm>
          <a:prstGeom prst="rect">
            <a:avLst>
              <a:gd name="adj" fmla="val 41667"/>
            </a:avLst>
          </a:prstGeom>
          <a:solidFill>
            <a:srgbClr val="2D6EB5"/>
          </a:solidFill>
          <a:ln/>
        </p:spPr>
      </p:sp>
      <p:sp>
        <p:nvSpPr>
          <p:cNvPr id="64" name="Text 62"/>
          <p:cNvSpPr/>
          <p:nvPr/>
        </p:nvSpPr>
        <p:spPr>
          <a:xfrm>
            <a:off x="8010144" y="299008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8010144" y="313639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274320" y="356616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67" name="Shape 65"/>
          <p:cNvSpPr/>
          <p:nvPr/>
        </p:nvSpPr>
        <p:spPr>
          <a:xfrm>
            <a:off x="274320" y="3566160"/>
            <a:ext cx="749808" cy="54864"/>
          </a:xfrm>
          <a:prstGeom prst="rect">
            <a:avLst>
              <a:gd name="adj" fmla="val 83333"/>
            </a:avLst>
          </a:prstGeom>
          <a:solidFill>
            <a:srgbClr val="EF4444"/>
          </a:solidFill>
          <a:ln/>
        </p:spPr>
      </p:sp>
      <p:sp>
        <p:nvSpPr>
          <p:cNvPr id="68" name="Shape 66"/>
          <p:cNvSpPr/>
          <p:nvPr/>
        </p:nvSpPr>
        <p:spPr>
          <a:xfrm>
            <a:off x="374904" y="367588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69" name="Shape 67"/>
          <p:cNvSpPr/>
          <p:nvPr/>
        </p:nvSpPr>
        <p:spPr>
          <a:xfrm>
            <a:off x="374904" y="3675888"/>
            <a:ext cx="548640" cy="109728"/>
          </a:xfrm>
          <a:prstGeom prst="rect">
            <a:avLst>
              <a:gd name="adj" fmla="val 41667"/>
            </a:avLst>
          </a:prstGeom>
          <a:solidFill>
            <a:srgbClr val="EF4444"/>
          </a:solidFill>
          <a:ln/>
        </p:spPr>
      </p:sp>
      <p:sp>
        <p:nvSpPr>
          <p:cNvPr id="70" name="Text 68"/>
          <p:cNvSpPr/>
          <p:nvPr/>
        </p:nvSpPr>
        <p:spPr>
          <a:xfrm>
            <a:off x="274320" y="440740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274320" y="455371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1133856" y="356616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73" name="Shape 71"/>
          <p:cNvSpPr/>
          <p:nvPr/>
        </p:nvSpPr>
        <p:spPr>
          <a:xfrm>
            <a:off x="1133856" y="3566160"/>
            <a:ext cx="749808" cy="54864"/>
          </a:xfrm>
          <a:prstGeom prst="rect">
            <a:avLst>
              <a:gd name="adj" fmla="val 83333"/>
            </a:avLst>
          </a:prstGeom>
          <a:solidFill>
            <a:srgbClr val="BBBBBB"/>
          </a:solidFill>
          <a:ln/>
        </p:spPr>
      </p:sp>
      <p:sp>
        <p:nvSpPr>
          <p:cNvPr id="74" name="Shape 72"/>
          <p:cNvSpPr/>
          <p:nvPr/>
        </p:nvSpPr>
        <p:spPr>
          <a:xfrm>
            <a:off x="1234440" y="367588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75" name="Shape 73"/>
          <p:cNvSpPr/>
          <p:nvPr/>
        </p:nvSpPr>
        <p:spPr>
          <a:xfrm>
            <a:off x="1234440" y="3675888"/>
            <a:ext cx="548640" cy="109728"/>
          </a:xfrm>
          <a:prstGeom prst="rect">
            <a:avLst>
              <a:gd name="adj" fmla="val 41667"/>
            </a:avLst>
          </a:prstGeom>
          <a:solidFill>
            <a:srgbClr val="BBBBBB"/>
          </a:solidFill>
          <a:ln/>
        </p:spPr>
      </p:sp>
      <p:sp>
        <p:nvSpPr>
          <p:cNvPr id="76" name="Text 74"/>
          <p:cNvSpPr/>
          <p:nvPr/>
        </p:nvSpPr>
        <p:spPr>
          <a:xfrm>
            <a:off x="1133856" y="440740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1133856" y="455371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1993392" y="356616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79" name="Shape 77"/>
          <p:cNvSpPr/>
          <p:nvPr/>
        </p:nvSpPr>
        <p:spPr>
          <a:xfrm>
            <a:off x="1993392" y="3566160"/>
            <a:ext cx="749808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80" name="Shape 78"/>
          <p:cNvSpPr/>
          <p:nvPr/>
        </p:nvSpPr>
        <p:spPr>
          <a:xfrm>
            <a:off x="2093976" y="367588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81" name="Shape 79"/>
          <p:cNvSpPr/>
          <p:nvPr/>
        </p:nvSpPr>
        <p:spPr>
          <a:xfrm>
            <a:off x="2093976" y="3675888"/>
            <a:ext cx="548640" cy="109728"/>
          </a:xfrm>
          <a:prstGeom prst="rect">
            <a:avLst>
              <a:gd name="adj" fmla="val 41667"/>
            </a:avLst>
          </a:prstGeom>
          <a:solidFill>
            <a:srgbClr val="D4AF37"/>
          </a:solidFill>
          <a:ln/>
        </p:spPr>
      </p:sp>
      <p:sp>
        <p:nvSpPr>
          <p:cNvPr id="82" name="Text 80"/>
          <p:cNvSpPr/>
          <p:nvPr/>
        </p:nvSpPr>
        <p:spPr>
          <a:xfrm>
            <a:off x="1993392" y="440740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Empire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1993392" y="455371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550" dirty="0"/>
          </a:p>
        </p:txBody>
      </p:sp>
      <p:sp>
        <p:nvSpPr>
          <p:cNvPr id="84" name="Shape 82"/>
          <p:cNvSpPr/>
          <p:nvPr/>
        </p:nvSpPr>
        <p:spPr>
          <a:xfrm>
            <a:off x="2852928" y="356616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85" name="Shape 83"/>
          <p:cNvSpPr/>
          <p:nvPr/>
        </p:nvSpPr>
        <p:spPr>
          <a:xfrm>
            <a:off x="2852928" y="3566160"/>
            <a:ext cx="749808" cy="54864"/>
          </a:xfrm>
          <a:prstGeom prst="rect">
            <a:avLst>
              <a:gd name="adj" fmla="val 83333"/>
            </a:avLst>
          </a:prstGeom>
          <a:solidFill>
            <a:srgbClr val="22C55E"/>
          </a:solidFill>
          <a:ln/>
        </p:spPr>
      </p:sp>
      <p:sp>
        <p:nvSpPr>
          <p:cNvPr id="86" name="Shape 84"/>
          <p:cNvSpPr/>
          <p:nvPr/>
        </p:nvSpPr>
        <p:spPr>
          <a:xfrm>
            <a:off x="2953512" y="367588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87" name="Shape 85"/>
          <p:cNvSpPr/>
          <p:nvPr/>
        </p:nvSpPr>
        <p:spPr>
          <a:xfrm>
            <a:off x="2953512" y="3675888"/>
            <a:ext cx="548640" cy="109728"/>
          </a:xfrm>
          <a:prstGeom prst="rect">
            <a:avLst>
              <a:gd name="adj" fmla="val 41667"/>
            </a:avLst>
          </a:prstGeom>
          <a:solidFill>
            <a:srgbClr val="22C55E"/>
          </a:solidFill>
          <a:ln/>
        </p:spPr>
      </p:sp>
      <p:sp>
        <p:nvSpPr>
          <p:cNvPr id="88" name="Text 86"/>
          <p:cNvSpPr/>
          <p:nvPr/>
        </p:nvSpPr>
        <p:spPr>
          <a:xfrm>
            <a:off x="2852928" y="440740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2852928" y="455371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550" dirty="0"/>
          </a:p>
        </p:txBody>
      </p:sp>
      <p:sp>
        <p:nvSpPr>
          <p:cNvPr id="90" name="Shape 88"/>
          <p:cNvSpPr/>
          <p:nvPr/>
        </p:nvSpPr>
        <p:spPr>
          <a:xfrm>
            <a:off x="3712464" y="356616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91" name="Shape 89"/>
          <p:cNvSpPr/>
          <p:nvPr/>
        </p:nvSpPr>
        <p:spPr>
          <a:xfrm>
            <a:off x="3712464" y="3566160"/>
            <a:ext cx="749808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92" name="Shape 90"/>
          <p:cNvSpPr/>
          <p:nvPr/>
        </p:nvSpPr>
        <p:spPr>
          <a:xfrm>
            <a:off x="3813048" y="367588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93" name="Shape 91"/>
          <p:cNvSpPr/>
          <p:nvPr/>
        </p:nvSpPr>
        <p:spPr>
          <a:xfrm>
            <a:off x="3813048" y="3675888"/>
            <a:ext cx="548640" cy="109728"/>
          </a:xfrm>
          <a:prstGeom prst="rect">
            <a:avLst>
              <a:gd name="adj" fmla="val 41667"/>
            </a:avLst>
          </a:prstGeom>
          <a:solidFill>
            <a:srgbClr val="D4AF37"/>
          </a:solidFill>
          <a:ln/>
        </p:spPr>
      </p:sp>
      <p:sp>
        <p:nvSpPr>
          <p:cNvPr id="94" name="Text 92"/>
          <p:cNvSpPr/>
          <p:nvPr/>
        </p:nvSpPr>
        <p:spPr>
          <a:xfrm>
            <a:off x="3712464" y="440740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3712464" y="455371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550" dirty="0"/>
          </a:p>
        </p:txBody>
      </p:sp>
      <p:sp>
        <p:nvSpPr>
          <p:cNvPr id="96" name="Shape 94"/>
          <p:cNvSpPr/>
          <p:nvPr/>
        </p:nvSpPr>
        <p:spPr>
          <a:xfrm>
            <a:off x="4572000" y="356616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97" name="Shape 95"/>
          <p:cNvSpPr/>
          <p:nvPr/>
        </p:nvSpPr>
        <p:spPr>
          <a:xfrm>
            <a:off x="4572000" y="3566160"/>
            <a:ext cx="749808" cy="54864"/>
          </a:xfrm>
          <a:prstGeom prst="rect">
            <a:avLst>
              <a:gd name="adj" fmla="val 83333"/>
            </a:avLst>
          </a:prstGeom>
          <a:solidFill>
            <a:srgbClr val="D4AF37"/>
          </a:solidFill>
          <a:ln/>
        </p:spPr>
      </p:sp>
      <p:sp>
        <p:nvSpPr>
          <p:cNvPr id="98" name="Shape 96"/>
          <p:cNvSpPr/>
          <p:nvPr/>
        </p:nvSpPr>
        <p:spPr>
          <a:xfrm>
            <a:off x="4672584" y="367588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99" name="Shape 97"/>
          <p:cNvSpPr/>
          <p:nvPr/>
        </p:nvSpPr>
        <p:spPr>
          <a:xfrm>
            <a:off x="4672584" y="3675888"/>
            <a:ext cx="548640" cy="109728"/>
          </a:xfrm>
          <a:prstGeom prst="rect">
            <a:avLst>
              <a:gd name="adj" fmla="val 41667"/>
            </a:avLst>
          </a:prstGeom>
          <a:solidFill>
            <a:srgbClr val="D4AF37"/>
          </a:solidFill>
          <a:ln/>
        </p:spPr>
      </p:sp>
      <p:sp>
        <p:nvSpPr>
          <p:cNvPr id="100" name="Text 98"/>
          <p:cNvSpPr/>
          <p:nvPr/>
        </p:nvSpPr>
        <p:spPr>
          <a:xfrm>
            <a:off x="4572000" y="440740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Eternal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4572000" y="455371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</a:t>
            </a:r>
            <a:endParaRPr lang="en-US" sz="550" dirty="0"/>
          </a:p>
        </p:txBody>
      </p:sp>
      <p:sp>
        <p:nvSpPr>
          <p:cNvPr id="102" name="Shape 100"/>
          <p:cNvSpPr/>
          <p:nvPr/>
        </p:nvSpPr>
        <p:spPr>
          <a:xfrm>
            <a:off x="5431536" y="356616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431536" y="3566160"/>
            <a:ext cx="749808" cy="54864"/>
          </a:xfrm>
          <a:prstGeom prst="rect">
            <a:avLst>
              <a:gd name="adj" fmla="val 83333"/>
            </a:avLst>
          </a:prstGeom>
          <a:solidFill>
            <a:srgbClr val="EC4899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532120" y="367588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532120" y="3675888"/>
            <a:ext cx="548640" cy="109728"/>
          </a:xfrm>
          <a:prstGeom prst="rect">
            <a:avLst>
              <a:gd name="adj" fmla="val 41667"/>
            </a:avLst>
          </a:prstGeom>
          <a:solidFill>
            <a:srgbClr val="EC4899"/>
          </a:solidFill>
          <a:ln/>
        </p:spPr>
      </p:sp>
      <p:sp>
        <p:nvSpPr>
          <p:cNvPr id="106" name="Text 104"/>
          <p:cNvSpPr/>
          <p:nvPr/>
        </p:nvSpPr>
        <p:spPr>
          <a:xfrm>
            <a:off x="5431536" y="440740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Blossom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5431536" y="455371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</a:t>
            </a:r>
            <a:endParaRPr lang="en-US" sz="550" dirty="0"/>
          </a:p>
        </p:txBody>
      </p:sp>
      <p:sp>
        <p:nvSpPr>
          <p:cNvPr id="108" name="Shape 106"/>
          <p:cNvSpPr/>
          <p:nvPr/>
        </p:nvSpPr>
        <p:spPr>
          <a:xfrm>
            <a:off x="6291072" y="356616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291072" y="3566160"/>
            <a:ext cx="749808" cy="54864"/>
          </a:xfrm>
          <a:prstGeom prst="rect">
            <a:avLst>
              <a:gd name="adj" fmla="val 83333"/>
            </a:avLst>
          </a:prstGeom>
          <a:solidFill>
            <a:srgbClr val="BBBBB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6391656" y="367588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391656" y="3675888"/>
            <a:ext cx="548640" cy="109728"/>
          </a:xfrm>
          <a:prstGeom prst="rect">
            <a:avLst>
              <a:gd name="adj" fmla="val 41667"/>
            </a:avLst>
          </a:prstGeom>
          <a:solidFill>
            <a:srgbClr val="BBBBBB"/>
          </a:solidFill>
          <a:ln/>
        </p:spPr>
      </p:sp>
      <p:sp>
        <p:nvSpPr>
          <p:cNvPr id="112" name="Text 110"/>
          <p:cNvSpPr/>
          <p:nvPr/>
        </p:nvSpPr>
        <p:spPr>
          <a:xfrm>
            <a:off x="6291072" y="440740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Noir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6291072" y="455371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</a:t>
            </a:r>
            <a:endParaRPr lang="en-US" sz="550" dirty="0"/>
          </a:p>
        </p:txBody>
      </p:sp>
      <p:sp>
        <p:nvSpPr>
          <p:cNvPr id="114" name="Shape 112"/>
          <p:cNvSpPr/>
          <p:nvPr/>
        </p:nvSpPr>
        <p:spPr>
          <a:xfrm>
            <a:off x="7150608" y="356616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7150608" y="3566160"/>
            <a:ext cx="749808" cy="54864"/>
          </a:xfrm>
          <a:prstGeom prst="rect">
            <a:avLst>
              <a:gd name="adj" fmla="val 83333"/>
            </a:avLst>
          </a:prstGeom>
          <a:solidFill>
            <a:srgbClr val="8B5CF6"/>
          </a:solidFill>
          <a:ln/>
        </p:spPr>
      </p:sp>
      <p:sp>
        <p:nvSpPr>
          <p:cNvPr id="116" name="Shape 114"/>
          <p:cNvSpPr/>
          <p:nvPr/>
        </p:nvSpPr>
        <p:spPr>
          <a:xfrm>
            <a:off x="7251192" y="367588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17" name="Shape 115"/>
          <p:cNvSpPr/>
          <p:nvPr/>
        </p:nvSpPr>
        <p:spPr>
          <a:xfrm>
            <a:off x="7251192" y="3675888"/>
            <a:ext cx="548640" cy="109728"/>
          </a:xfrm>
          <a:prstGeom prst="rect">
            <a:avLst>
              <a:gd name="adj" fmla="val 41667"/>
            </a:avLst>
          </a:prstGeom>
          <a:solidFill>
            <a:srgbClr val="8B5CF6"/>
          </a:solidFill>
          <a:ln/>
        </p:spPr>
      </p:sp>
      <p:sp>
        <p:nvSpPr>
          <p:cNvPr id="118" name="Text 116"/>
          <p:cNvSpPr/>
          <p:nvPr/>
        </p:nvSpPr>
        <p:spPr>
          <a:xfrm>
            <a:off x="7150608" y="440740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Celestial</a:t>
            </a:r>
            <a:endParaRPr lang="en-US" sz="650" dirty="0"/>
          </a:p>
        </p:txBody>
      </p:sp>
      <p:sp>
        <p:nvSpPr>
          <p:cNvPr id="119" name="Text 117"/>
          <p:cNvSpPr/>
          <p:nvPr/>
        </p:nvSpPr>
        <p:spPr>
          <a:xfrm>
            <a:off x="7150608" y="455371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</a:t>
            </a:r>
            <a:endParaRPr lang="en-US" sz="550" dirty="0"/>
          </a:p>
        </p:txBody>
      </p:sp>
      <p:sp>
        <p:nvSpPr>
          <p:cNvPr id="120" name="Shape 118"/>
          <p:cNvSpPr/>
          <p:nvPr/>
        </p:nvSpPr>
        <p:spPr>
          <a:xfrm>
            <a:off x="8010144" y="3566160"/>
            <a:ext cx="749808" cy="1188720"/>
          </a:xfrm>
          <a:prstGeom prst="rect">
            <a:avLst>
              <a:gd name="adj" fmla="val 6098"/>
            </a:avLst>
          </a:prstGeom>
          <a:solidFill>
            <a:srgbClr val="1A1A1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8010144" y="3566160"/>
            <a:ext cx="749808" cy="54864"/>
          </a:xfrm>
          <a:prstGeom prst="rect">
            <a:avLst>
              <a:gd name="adj" fmla="val 83333"/>
            </a:avLst>
          </a:prstGeom>
          <a:solidFill>
            <a:srgbClr val="F97316"/>
          </a:solidFill>
          <a:ln/>
        </p:spPr>
      </p:sp>
      <p:sp>
        <p:nvSpPr>
          <p:cNvPr id="122" name="Shape 120"/>
          <p:cNvSpPr/>
          <p:nvPr/>
        </p:nvSpPr>
        <p:spPr>
          <a:xfrm>
            <a:off x="8110728" y="3675888"/>
            <a:ext cx="548640" cy="685800"/>
          </a:xfrm>
          <a:prstGeom prst="rect">
            <a:avLst>
              <a:gd name="adj" fmla="val 8333"/>
            </a:avLst>
          </a:prstGeom>
          <a:solidFill>
            <a:srgbClr val="0F0F0F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110728" y="3675888"/>
            <a:ext cx="548640" cy="109728"/>
          </a:xfrm>
          <a:prstGeom prst="rect">
            <a:avLst>
              <a:gd name="adj" fmla="val 41667"/>
            </a:avLst>
          </a:prstGeom>
          <a:solidFill>
            <a:srgbClr val="F97316"/>
          </a:solidFill>
          <a:ln/>
        </p:spPr>
      </p:sp>
      <p:sp>
        <p:nvSpPr>
          <p:cNvPr id="124" name="Text 122"/>
          <p:cNvSpPr/>
          <p:nvPr/>
        </p:nvSpPr>
        <p:spPr>
          <a:xfrm>
            <a:off x="8010144" y="4407408"/>
            <a:ext cx="7498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Rustic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8010144" y="4553712"/>
            <a:ext cx="749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Your Card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011680"/>
            <a:ext cx="640080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your card visible to everyone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914400" cy="457200"/>
          </a:xfrm>
          <a:prstGeom prst="rect">
            <a:avLst>
              <a:gd name="adj" fmla="val 10000"/>
            </a:avLst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657600"/>
            <a:ext cx="6400800" cy="731520"/>
          </a:xfrm>
          <a:prstGeom prst="rect">
            <a:avLst>
              <a:gd name="adj" fmla="val 6250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3703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Your link: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nexcard.io/your-name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Share this link anywhere — it works on any phone or computer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QR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3200400" cy="2743200"/>
          </a:xfrm>
          <a:prstGeom prst="rect">
            <a:avLst>
              <a:gd name="adj" fmla="val 1667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QR Code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2560320"/>
            <a:ext cx="1645920" cy="1645920"/>
          </a:xfrm>
          <a:prstGeom prst="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265176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9" name="Shape 7"/>
          <p:cNvSpPr/>
          <p:nvPr/>
        </p:nvSpPr>
        <p:spPr>
          <a:xfrm>
            <a:off x="1335024" y="265176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0" name="Shape 8"/>
          <p:cNvSpPr/>
          <p:nvPr/>
        </p:nvSpPr>
        <p:spPr>
          <a:xfrm>
            <a:off x="1810512" y="265176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1" name="Shape 9"/>
          <p:cNvSpPr/>
          <p:nvPr/>
        </p:nvSpPr>
        <p:spPr>
          <a:xfrm>
            <a:off x="2048256" y="265176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2" name="Shape 10"/>
          <p:cNvSpPr/>
          <p:nvPr/>
        </p:nvSpPr>
        <p:spPr>
          <a:xfrm>
            <a:off x="2286000" y="265176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2889504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4" name="Shape 12"/>
          <p:cNvSpPr/>
          <p:nvPr/>
        </p:nvSpPr>
        <p:spPr>
          <a:xfrm>
            <a:off x="1335024" y="2889504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5" name="Shape 13"/>
          <p:cNvSpPr/>
          <p:nvPr/>
        </p:nvSpPr>
        <p:spPr>
          <a:xfrm>
            <a:off x="1572768" y="2889504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6" name="Shape 14"/>
          <p:cNvSpPr/>
          <p:nvPr/>
        </p:nvSpPr>
        <p:spPr>
          <a:xfrm>
            <a:off x="2048256" y="2889504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2889504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1335024" y="3127248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19" name="Shape 17"/>
          <p:cNvSpPr/>
          <p:nvPr/>
        </p:nvSpPr>
        <p:spPr>
          <a:xfrm>
            <a:off x="2048256" y="3127248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" y="3364992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1" name="Shape 19"/>
          <p:cNvSpPr/>
          <p:nvPr/>
        </p:nvSpPr>
        <p:spPr>
          <a:xfrm>
            <a:off x="1810512" y="3364992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" y="3602736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3" name="Shape 21"/>
          <p:cNvSpPr/>
          <p:nvPr/>
        </p:nvSpPr>
        <p:spPr>
          <a:xfrm>
            <a:off x="1335024" y="3602736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4" name="Shape 22"/>
          <p:cNvSpPr/>
          <p:nvPr/>
        </p:nvSpPr>
        <p:spPr>
          <a:xfrm>
            <a:off x="1572768" y="3602736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3602736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7280" y="384048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7" name="Shape 25"/>
          <p:cNvSpPr/>
          <p:nvPr/>
        </p:nvSpPr>
        <p:spPr>
          <a:xfrm>
            <a:off x="1335024" y="384048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8" name="Shape 26"/>
          <p:cNvSpPr/>
          <p:nvPr/>
        </p:nvSpPr>
        <p:spPr>
          <a:xfrm>
            <a:off x="2048256" y="3840480"/>
            <a:ext cx="201168" cy="201168"/>
          </a:xfrm>
          <a:prstGeom prst="rect">
            <a:avLst>
              <a:gd name="adj" fmla="val 22727"/>
            </a:avLst>
          </a:prstGeom>
          <a:solidFill>
            <a:srgbClr val="0F0F0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97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nexcard.io/your-name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get your QR code: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114800" y="246888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0" y="2468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63440" y="2468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Dashboard → your card → QR Code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0" y="301752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3"/>
          <p:cNvSpPr/>
          <p:nvPr/>
        </p:nvSpPr>
        <p:spPr>
          <a:xfrm>
            <a:off x="411480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63440" y="3017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"Generate QR"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14800" y="356616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63440" y="3566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format: PNG, SVG, or JPEG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14800" y="411480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663440" y="4114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Download — done!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114800" y="4663440"/>
            <a:ext cx="4572000" cy="365760"/>
          </a:xfrm>
          <a:prstGeom prst="rect">
            <a:avLst>
              <a:gd name="adj" fmla="val 12500"/>
            </a:avLst>
          </a:prstGeom>
          <a:solidFill>
            <a:srgbClr val="3D3200"/>
          </a:solidFill>
          <a:ln/>
        </p:spPr>
      </p:sp>
      <p:sp>
        <p:nvSpPr>
          <p:cNvPr id="44" name="Text 42"/>
          <p:cNvSpPr/>
          <p:nvPr/>
        </p:nvSpPr>
        <p:spPr>
          <a:xfrm>
            <a:off x="4206240" y="4663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Print the QR on business cards, flyers, or posters!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with NFC Tap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3200400" cy="2743200"/>
          </a:xfrm>
          <a:prstGeom prst="rect">
            <a:avLst>
              <a:gd name="adj" fmla="val 1667"/>
            </a:avLst>
          </a:prstGeom>
          <a:solidFill>
            <a:srgbClr val="1A1A1A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377440"/>
            <a:ext cx="1371600" cy="1371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3774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NFC Tag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(Buy online for ~$1 each)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set up: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0" y="242316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blank NFC tags (NTAG213)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92608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926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Dashboard → your card → NFC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0" y="342900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3429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your phone near the tag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393192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0" y="3931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3931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writes your link to the tag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443484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4434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63440" y="4434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Done! Anyone can now tap to view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any phone — just tap!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&amp; Light Mode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look that suits you — toggle anytime from the top menu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1828800" cy="3200400"/>
          </a:xfrm>
          <a:prstGeom prst="rect">
            <a:avLst>
              <a:gd name="adj" fmla="val 2500"/>
            </a:avLst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2267712"/>
            <a:ext cx="1865376" cy="3236976"/>
          </a:xfrm>
          <a:prstGeom prst="rect">
            <a:avLst>
              <a:gd name="adj" fmla="val 8824"/>
            </a:avLst>
          </a:prstGeom>
          <a:solidFill>
            <a:srgbClr val="0F0F0F"/>
          </a:solidFill>
          <a:ln w="19050">
            <a:solidFill>
              <a:srgbClr val="44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487168"/>
            <a:ext cx="1645920" cy="2798064"/>
          </a:xfrm>
          <a:prstGeom prst="rect">
            <a:avLst>
              <a:gd name="adj" fmla="val 2778"/>
            </a:avLst>
          </a:prstGeom>
          <a:solidFill>
            <a:srgbClr val="0F0F0F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2487168"/>
            <a:ext cx="1645920" cy="365760"/>
          </a:xfrm>
          <a:prstGeom prst="rect">
            <a:avLst>
              <a:gd name="adj" fmla="val 12500"/>
            </a:avLst>
          </a:prstGeom>
          <a:solidFill>
            <a:srgbClr val="D4AF37"/>
          </a:solidFill>
          <a:ln/>
        </p:spPr>
      </p:sp>
      <p:sp>
        <p:nvSpPr>
          <p:cNvPr id="10" name="Shape 8"/>
          <p:cNvSpPr/>
          <p:nvPr/>
        </p:nvSpPr>
        <p:spPr>
          <a:xfrm>
            <a:off x="1554480" y="2331720"/>
            <a:ext cx="548640" cy="109728"/>
          </a:xfrm>
          <a:prstGeom prst="rect">
            <a:avLst>
              <a:gd name="adj" fmla="val 41667"/>
            </a:avLst>
          </a:prstGeom>
          <a:solidFill>
            <a:srgbClr val="0F0F0F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" y="3017520"/>
            <a:ext cx="1280160" cy="109728"/>
          </a:xfrm>
          <a:prstGeom prst="rect">
            <a:avLst>
              <a:gd name="adj" fmla="val 41667"/>
            </a:avLst>
          </a:prstGeom>
          <a:solidFill>
            <a:srgbClr val="44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" y="3310128"/>
            <a:ext cx="914400" cy="109728"/>
          </a:xfrm>
          <a:prstGeom prst="rect">
            <a:avLst>
              <a:gd name="adj" fmla="val 41667"/>
            </a:avLst>
          </a:prstGeom>
          <a:solidFill>
            <a:srgbClr val="44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3602736"/>
            <a:ext cx="1097280" cy="109728"/>
          </a:xfrm>
          <a:prstGeom prst="rect">
            <a:avLst>
              <a:gd name="adj" fmla="val 41667"/>
            </a:avLst>
          </a:prstGeom>
          <a:solidFill>
            <a:srgbClr val="44444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3895344"/>
            <a:ext cx="731520" cy="109728"/>
          </a:xfrm>
          <a:prstGeom prst="rect">
            <a:avLst>
              <a:gd name="adj" fmla="val 41667"/>
            </a:avLst>
          </a:prstGeom>
          <a:solidFill>
            <a:srgbClr val="44444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7280" y="4187952"/>
            <a:ext cx="1371600" cy="109728"/>
          </a:xfrm>
          <a:prstGeom prst="rect">
            <a:avLst>
              <a:gd name="adj" fmla="val 41667"/>
            </a:avLst>
          </a:prstGeom>
          <a:solidFill>
            <a:srgbClr val="44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577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 Dark Mode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897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background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035040" y="2286000"/>
            <a:ext cx="1828800" cy="3200400"/>
          </a:xfrm>
          <a:prstGeom prst="rect">
            <a:avLst>
              <a:gd name="adj" fmla="val 2500"/>
            </a:avLst>
          </a:prstGeom>
          <a:solidFill>
            <a:srgbClr val="F0F0EE"/>
          </a:solidFill>
          <a:ln/>
        </p:spPr>
      </p:sp>
      <p:sp>
        <p:nvSpPr>
          <p:cNvPr id="20" name="Shape 18"/>
          <p:cNvSpPr/>
          <p:nvPr/>
        </p:nvSpPr>
        <p:spPr>
          <a:xfrm>
            <a:off x="6016752" y="2267712"/>
            <a:ext cx="1865376" cy="3236976"/>
          </a:xfrm>
          <a:prstGeom prst="rect">
            <a:avLst>
              <a:gd name="adj" fmla="val 8824"/>
            </a:avLst>
          </a:prstGeom>
          <a:solidFill>
            <a:srgbClr val="F0F0EE"/>
          </a:solidFill>
          <a:ln w="1905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487168"/>
            <a:ext cx="1645920" cy="2798064"/>
          </a:xfrm>
          <a:prstGeom prst="rect">
            <a:avLst>
              <a:gd name="adj" fmla="val 2778"/>
            </a:avLst>
          </a:prstGeom>
          <a:solidFill>
            <a:srgbClr val="FAFA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2487168"/>
            <a:ext cx="1645920" cy="365760"/>
          </a:xfrm>
          <a:prstGeom prst="rect">
            <a:avLst>
              <a:gd name="adj" fmla="val 12500"/>
            </a:avLst>
          </a:prstGeom>
          <a:solidFill>
            <a:srgbClr val="1E3A8A"/>
          </a:solidFill>
          <a:ln/>
        </p:spPr>
      </p:sp>
      <p:sp>
        <p:nvSpPr>
          <p:cNvPr id="23" name="Shape 21"/>
          <p:cNvSpPr/>
          <p:nvPr/>
        </p:nvSpPr>
        <p:spPr>
          <a:xfrm>
            <a:off x="6675120" y="2331720"/>
            <a:ext cx="548640" cy="109728"/>
          </a:xfrm>
          <a:prstGeom prst="rect">
            <a:avLst>
              <a:gd name="adj" fmla="val 41667"/>
            </a:avLst>
          </a:prstGeom>
          <a:solidFill>
            <a:srgbClr val="F0F0EE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2971800"/>
            <a:ext cx="1463040" cy="109728"/>
          </a:xfrm>
          <a:prstGeom prst="rect">
            <a:avLst>
              <a:gd name="adj" fmla="val 41667"/>
            </a:avLst>
          </a:prstGeom>
          <a:solidFill>
            <a:srgbClr val="DDDDDD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3246120"/>
            <a:ext cx="1097280" cy="109728"/>
          </a:xfrm>
          <a:prstGeom prst="rect">
            <a:avLst>
              <a:gd name="adj" fmla="val 41667"/>
            </a:avLst>
          </a:prstGeom>
          <a:solidFill>
            <a:srgbClr val="DDDDDD"/>
          </a:solidFill>
          <a:ln/>
        </p:spPr>
      </p:sp>
      <p:sp>
        <p:nvSpPr>
          <p:cNvPr id="26" name="Shape 24"/>
          <p:cNvSpPr/>
          <p:nvPr/>
        </p:nvSpPr>
        <p:spPr>
          <a:xfrm>
            <a:off x="6217920" y="3520440"/>
            <a:ext cx="1280160" cy="109728"/>
          </a:xfrm>
          <a:prstGeom prst="rect">
            <a:avLst>
              <a:gd name="adj" fmla="val 41667"/>
            </a:avLst>
          </a:prstGeom>
          <a:solidFill>
            <a:srgbClr val="DDDDDD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3794760"/>
            <a:ext cx="731520" cy="228600"/>
          </a:xfrm>
          <a:prstGeom prst="rect">
            <a:avLst>
              <a:gd name="adj" fmla="val 20000"/>
            </a:avLst>
          </a:prstGeom>
          <a:solidFill>
            <a:srgbClr val="1E3A8A"/>
          </a:solidFill>
          <a:ln/>
        </p:spPr>
      </p:sp>
      <p:sp>
        <p:nvSpPr>
          <p:cNvPr id="28" name="Shape 26"/>
          <p:cNvSpPr/>
          <p:nvPr/>
        </p:nvSpPr>
        <p:spPr>
          <a:xfrm>
            <a:off x="6995160" y="3794760"/>
            <a:ext cx="594360" cy="228600"/>
          </a:xfrm>
          <a:prstGeom prst="rect">
            <a:avLst>
              <a:gd name="adj" fmla="val 20000"/>
            </a:avLst>
          </a:prstGeom>
          <a:solidFill>
            <a:srgbClr val="DDDDDD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5577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6E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Light Mode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5897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background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Views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how many people view your card and scan your QR code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246888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Views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2286000"/>
            <a:ext cx="246888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468880" cy="1371600"/>
          </a:xfrm>
          <a:prstGeom prst="rect">
            <a:avLst>
              <a:gd name="adj" fmla="val 3333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1792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Contacts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View count updates automatically every time someone visits your card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QR scans are tracked when people scan your code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Check the Analytics page in your dashboard for detailed charts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Tips &amp; Help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18288"/>
          </a:xfrm>
          <a:prstGeom prst="rect">
            <a:avLst>
              <a:gd name="adj" fmla="val 250000"/>
            </a:avLst>
          </a:prstGeom>
          <a:solidFill>
            <a:srgbClr val="2A2A2A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0240"/>
            <a:ext cx="7680960" cy="457200"/>
          </a:xfrm>
          <a:prstGeom prst="rect">
            <a:avLst>
              <a:gd name="adj" fmla="val 10000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bio short — 2-3 sentences is perfect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7680960" cy="457200"/>
          </a:xfrm>
          <a:prstGeom prst="rect">
            <a:avLst>
              <a:gd name="adj" fmla="val 10000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clear, professional profile photo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680960" cy="457200"/>
          </a:xfrm>
          <a:prstGeom prst="rect">
            <a:avLst>
              <a:gd name="adj" fmla="val 10000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017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 accent color that matches your brand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7680960" cy="457200"/>
          </a:xfrm>
          <a:prstGeom prst="rect">
            <a:avLst>
              <a:gd name="adj" fmla="val 10000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3566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most important links first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7680960" cy="457200"/>
          </a:xfrm>
          <a:prstGeom prst="rect">
            <a:avLst>
              <a:gd name="adj" fmla="val 10000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114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your QR code before printing 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7680960" cy="365760"/>
          </a:xfrm>
          <a:prstGeom prst="rect">
            <a:avLst>
              <a:gd name="adj" fmla="val 12500"/>
            </a:avLst>
          </a:prstGeom>
          <a:solidFill>
            <a:srgbClr val="3D320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709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help?  Visit nexcard.io/support  or  email support@nexcard.io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3D320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1645920"/>
            <a:ext cx="2743200" cy="64008"/>
          </a:xfrm>
          <a:prstGeom prst="rect">
            <a:avLst>
              <a:gd name="adj" fmla="val 71429"/>
            </a:avLst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All Set!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NEX CARD today and share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identity with the world.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3840480"/>
            <a:ext cx="2194560" cy="457200"/>
          </a:xfrm>
          <a:prstGeom prst="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nexcard.io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 CARD — User Guide</dc:title>
  <dc:subject>PptxGenJS Presentation</dc:subject>
  <dc:creator>PptxGenJS</dc:creator>
  <cp:lastModifiedBy>PptxGenJS</cp:lastModifiedBy>
  <cp:revision>1</cp:revision>
  <dcterms:created xsi:type="dcterms:W3CDTF">2026-07-20T13:57:56Z</dcterms:created>
  <dcterms:modified xsi:type="dcterms:W3CDTF">2026-07-20T13:57:56Z</dcterms:modified>
</cp:coreProperties>
</file>