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 User Guide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walkthrough for creating, managing, and sharing your digital identity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creation, login, and first-time setup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Registration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Navigate to nexcard.io and click "Get Started Free"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 your full name, email address, and password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Verify your email via the confirmation link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You are automatically logged in after verification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credit card required for the free tier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Click "Sign In" on the navbar at the top-right of the landing page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 your registered email and password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is stored as a secure HTTP-only cookie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You are redirected to your Dashboard upon successful 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Sessions expire after a configurable period (default: 30 days)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Your central hub after 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View all your created profiles as card tiles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card shows: template name, category, publish status, and view 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Draft cards display a semi-transparent "Draft" badge overlay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Hover effects: cards lift up (translateY -4px) with enhanced shadow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Staggered fade-in animation on page load (CSS @keyframes staggered-fade-in)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Quick actions per card: Edit, QR Code, Analytics, NFC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Profile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selection, template choice, and onboarding flow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Choose a Category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Four profile categories available: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Digital Name Card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Contact info, social links, vCard, and CTA button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Projects, skills, experience, education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Business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Services, testimonials, hours, gallery, history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Wedding Invitation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Partners, love story, events, RSVP, gallery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Pick a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 premium templates across all categories: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Name Card (5): Aurora, Obsidian, Prism, Coral, Titanium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Portfolio (5): Canvas, Studio, Forge, Spectrum, Blueprint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Business (5): Marquee, District, Empire, Neon, Vault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Wedding (5): Eternal, Blossom, Noir, Celestial, Rustic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template has a unique design language and accent color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Preview any template before committing — switch templates anytime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Fill Your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the profile editor to add your details: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Basic info: Full name, job title, company, tagline, bio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Avatar upload: Drag &amp; drop or click to upload (stored locally or Cloudflare R2)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Accent color: Color picker to personalize your template theme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Contact fields: Phone, email, address, website, WhatsApp, Viber, Telegram, Skype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Social links: LinkedIn, Twitter/X, GitHub, Instagram, Facebook, YouTube, TikTok, Discord, etc.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Character limits with live counters: X/Y display, red warning at &gt;90% usage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CTA button: Custom label (e.g., "Call Me") and URL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Template-specific fields: skills, projects, services, love story, events, gallery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Publish &amp; Share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Toggle the "Publish Now" switch to make your profile live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Your profile becomes accessible at: nexcard.io/{your-slug}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Unpublished profiles show "Profile is a Draft" page to visitors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 via direct link, QR code, or NFC tag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SEO metadata auto-generated from your profile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Open Graph image auto-generated for social media sharing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Preview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template switching and live preview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Template Preview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Server-Side Rendering (SSR):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Profile data is fetched from database with caching (1-hour ISR)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 renderer dynamically imports the correct template component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Safe parsing with fallback defaults — incomplete data does not crash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Client-Side Hydration: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hydrates the pre-rendered HTML for interactivity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Client components handle: copy, share, save vCard, theme toggle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Only the selected template's JS/CSS is loaded (code splitting via next/dynamic)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Templates — Name Cards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Aurora — Soft gradients, rounded cards, modern minimal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Best for: Creative professionals, designers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Obsidian — Editorial brutalism, dark, bold, full contact suite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Best for: Executives, lawyers, architects, senior engineers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Prism — Geometric shapes, vibrant colors, structured layout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Coral — Warm tones, friendly design, approachable feel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Titanium — Industrial aesthetic, strong typography, metallic accents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customize, download, and share your QR codes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Your QR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Navigate to Dashboard → your card → QR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Click "Generate QR" to create a branded QR code for your profile URL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Loading spinner shows while the QR image loads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Fade-in animation on successful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Bouncing "QR Generated!" success badge appears after 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QR codes are cached with timestamp to prevent stale versions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Your QR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Three format options: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PNG — Best for digital use, social media, websites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SVG — Best for print, scalable to any size without quality loss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JPEG — Best for email signatures, lightweight sharing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Filename: nexcard-{yourname}-qr.{format}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Username is sanitized (special characters removed)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Download triggers immediately — no popup blockers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profile views, QR scans, and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Analytics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view counter on each dashboard card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View count increments atomically on each profile visit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Background (fire-and-forget) — does not affect page load 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scan count tracked separately from profile 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Analytics page with filters: date range, category, template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 to Excel (XLSX) with formatted headers and themed buttons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Revenue reporting for premium template sales (admin)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 Programming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profile URL to NFC tags for tap-to-share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Navigate to Dashboard → your card → NFC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Buy blank NFC tags (NTAG213/215/216 recommended)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 NFC API writes your profile URL directly to the tag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Compatible with most Android devices (Chrome browser required)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iOS: Use the "NFC Tools" app to write the URL manually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Tap your phone on the tag to verify it opens your profile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Supports: URL, text, vCard, and WiFi credentials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Dark/gold and light/navy dual themes with instant switching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Toggle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Two built-in themes: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Dark Mode (default):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Black background (#0F0F0F), gold accents (#D4AF37)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CSS variables: --nc-bg, --nc-text, --nc-brand-grad, --nc-shadow, etc.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E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Light Mode: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White/cream background, navy blue accents (#1E3A8A)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Toggle via theme icon in the navbar (sun/moon icon)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Theme persists across sessions via localStorage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 boot script runs before React hydrates (no flash of wrong theme)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page section wraps ThemeProvider independently (layout is Server Component)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CSS Variable System: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Dark theme: :root { --nc-bg: #0F0F0F; --nc-text: #fff; ...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Light theme: .nc-light { --nc-bg: #FAFAF8; --nc-text: #111; ... 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ThemeProvider wraps landing page and dashboard independently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useTheme() hook provides { theme, setTheme } to client components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Logo CSS filters: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Dark: brightness(0) invert(1) sepia(1) hue-rotate(10deg) saturate(3)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Light: brightness(0) invert(0.15) saturate(5) hue-rotate(190deg)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Maintenance mode: always dark theme (animated gear, floating orbs)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Platform-wide maintenance with admin bypass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Maintenance Mode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 enables via: Admin → Settings → Maintenance Mode toggle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Setting stored in data/settings.json (JSON file, not database)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Root layout.tsx reads settings via fs.readFileSync on every 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MaintenanceGuard client component wraps all non-admin children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Non-admin users see the Maintenance Page: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Animated dark page with floating orb particles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Spinning gear icon, fade-in text, pulsing status dot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Progress bar with continuous CSS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user data is accessible during maintenance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Admin users (role: ADMIN) bypass maintenance and see normal site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management, templates, users, and settings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Access: Admin role required (role: ADMIN in database)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Total users, profiles, templates, and revenue summary cards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Recent activity feed with real-time updates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Separate admin sidebar with navigation: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Dashboard, Users, Templates, Payments, Analytics, Settings, Backups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 sidebar is hidden from regular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Full-screen loading overlay on template save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Templates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CRUD operations for templates: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 new templates with name, category, code identifier, accent color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Toggle template active/inactive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 thumbnail preview in admin grid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SubmitButton component shows full-screen loading overlay on save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Uses React useFormStatus for pending state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Cache invalidation: purgeTemplateCache() clears template listing cache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Settings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Fully editable platform settings: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Maintenance mode toggle (on/off)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Platform name, contact email, support URL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SMTP configuration for email sending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gateway settings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Changes persist to data/settings.json via API route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Settings API: GET/PUT /api/admin/settings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Read by server component layout for maintenance mode check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Reporting &amp; Database Backups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Revenue Reporting: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Filters: date range, category, payment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table with sortable columns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Excel export (XLSX) with formatted headers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Database Backups: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SQL dump via prisma db pull → mysqldump equivalent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Gzip compression for smaller file 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Email delivery via Nodemailer (Gmail SMTP)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Download directly from browser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Vercel cron job: weekly Monday 8am UTC auto-backup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Policy, Terms of Service, Cookie Policy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Page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Shared LegalLayout component for consistent styling: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Dark-themed centered content with max-width container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NEX CARD logo header, last updated date, gold accent 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 to Home link at bottom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Three legal pages: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/legal — Hub page linking to all three policies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/legal/privacy — Privacy Policy (data collection, storage, sharing)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/legal/terms — Terms of Service (acceptable use, payments, liability)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/legal/cookies — Cookie Policy (session cookies, analytics)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Hub page: 3-column card grid with hover effects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page with features, templates, and social proof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Hero Section: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Gradient glow background, animated badge, headline with gradient 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CTA buttons: Create Your Card (primary) + View Live Demo (secondary)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Features Section: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 bento-style cards: Digital Name Card, Portfolio, Business, Wedding, QR, NFC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card has an SVG icon, hover lift, and gradient accent 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Templates Section: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Category filter pills (All, Name Card, Portfolio, Business, Wedding)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 template cards with phone mockup preview and shimmer hover effect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Social Proof: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10K+ Users, 50K+ Cards, 99.9% Uptime, 4.9★ Rating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and 1 more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Reveal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Implementation: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useScrollReveal&lt;T&gt;() — single element fade-in on scroll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useScrollRevealChildren&lt;T&gt;() — staggered children fade-in on scroll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Intersection Observer with threshold: 0.15, rootMargin: '0px 0px -50px 0px'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CSS classes applied: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.sr-item — opacity: 0 → 1, translateY(30px) → 0, transition: 0.7s cubic-bezier(0.16, 1, 0.3, 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.sr-stagger — children get sequential 120ms delay via CSS :nth-child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.sr-scale — additional scale(0.95) → scale(1)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Trigger: each element animates once when it enters the viewport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Edge Cases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error boundaries, fallback UIs, and defensive rendering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Public Profile Page (/[slug]):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error.tsx with red glow, AlertTriangle icon, Retry button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Shows error.message and error.digest for debugging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Console.error logging in useEffect for server-side visibility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Scan Page (/p/[slug]):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error boundary pattern with fallback to NEX CARD Home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Profile Not Published: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Draft profiles show custom "Profile is a Draft" page (not generic 404)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Links to Edit &amp; Publish and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Safe Template Parsing: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safeParseTemplateData() with Zod safeParse — never throws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and 2 more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 &amp; SSR Considerations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 boot script: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Runs before React hydration via &lt;script dangerouslySetInnerHTML&gt;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Reads localStorage('nexcard-theme') and sets html class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suppressHydrationWarning on &lt;html&gt; element prevents React warnings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Server Components (default):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page.tsx files — no client JS shipped, DB queries run on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TemplateRenderer, ProfileJsonLd, LandingPage — all Server Components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Client Components ("use client"):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ObsidianNameCard, AuroraNameCard — interactive template components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SocialLinksEditor, QRManager — interactive form/preview components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ThemeProvider, ThemeToggle — browser API access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responsive layout across all pages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Pages Responsiveness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Login &amp; Register pages: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Full-width single column on mobile (&lt;640px)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Two-column layout on desktop: form left, branding right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Logo + headline + feature bullets on the branding side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Demo credentials section removed from public pages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Form validation with inline error messages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Loading states with button spinner during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Editor Responsiveness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Dashboard Grid: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 column on mobile, 2 on sm, 3 on md, 4 on lg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Sidebar collapses on mobile with hamburger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Sidebar hidden on template preview routes (/dashboard/onboarding/preview/*)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Profile Editor: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Two-column layout: form fields left, live preview right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Stacks to single column on mobile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Tabbed sections: Basic Info, Contacts, Social Links, Template Settings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Manager: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Centered card layout with QR preview and download options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Format selector: PNG / SVG / JPEG buttons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headers, caching, and optimization strategies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Applied via next.config.ts headers():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X-DNS-Prefetch-Control: 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X-Content-Type-Options: nosniff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X-Frame-Options: SAMEORIGIN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Referrer-Policy: strict-origin-when-cross-origin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Permissions-Policy: camera=(), microphone=(), geolocation=()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Management: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HTTP-only cookie (session_token) — not accessible via JavaScript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Server-side session validation via Prisma DB lookup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session cleanup on expiry or missing user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Caching Strategy: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ISR (Incremental Static Regeneration): 1-hour revalidation for published profiles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Tag-based cache invalidation for surgical purge (per-profile, per-user)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Next.js Data Cache with unstable_cache for DB queries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Code Splitting: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Dynamic imports via next/dynamic — only selected template JS is loaded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Template-specific CSS loaded on demand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 Optimization: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next/image with AVIF/WebP formats, 7-day cache TTL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Remote patterns configured for localhost, R2, Cloudinary, Supabase, CDN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–  Compression: gzip enabled, poweredByHeader disabled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0"/>
            <a:ext cx="36576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 — Your Digital Identity, Elevated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 CARD — User Guide</dc:title>
  <dc:subject>PptxGenJS Presentation</dc:subject>
  <dc:creator>NEX CARD Team</dc:creator>
  <cp:lastModifiedBy>NEX CARD Team</cp:lastModifiedBy>
  <cp:revision>1</cp:revision>
  <dcterms:created xsi:type="dcterms:W3CDTF">2026-07-20T13:34:49Z</dcterms:created>
  <dcterms:modified xsi:type="dcterms:W3CDTF">2026-07-20T13:34:49Z</dcterms:modified>
</cp:coreProperties>
</file>